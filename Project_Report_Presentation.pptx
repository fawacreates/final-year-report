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SEMESTER INTERNSHIP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Development Internship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B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Edify Institute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2286000" cy="36576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Progressive Curriculum  ·  Full-Stack Capstone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scope &amp; key outcomes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14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Edify Institute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Mission, structure &amp; mentorship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566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Foundations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 &amp; JavaScript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Brew Cafe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project &amp; API integration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514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6928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ExamPortal Capstone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group project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566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&amp; future directions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Bridging Academia &amp; Industry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 web development internship at Edify Institute providing progressive, hands-on exposure from foundational concepts to a collaborative full-stack capstone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Weeks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curriculum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C44569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5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Built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complexity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9659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2103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MySQL + JS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Competencies Developed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(HTML/CSS/JS)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48840" y="3931920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21" name="Text 19"/>
          <p:cNvSpPr/>
          <p:nvPr/>
        </p:nvSpPr>
        <p:spPr>
          <a:xfrm>
            <a:off x="214884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3931920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&amp; Flask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3931920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3760" y="3931920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 &amp;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3291840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academic learning with real-world, project-based web development experience.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Industry-standard tools (VS Code, Git, Flask, MySQL)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Incremental skill-building via project complexity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Problem-solving through real coding challenges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Collaborative development (group capstone)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 organisation, docs &amp; version management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88720"/>
            <a:ext cx="91440" cy="3291840"/>
          </a:xfrm>
          <a:prstGeom prst="rect">
            <a:avLst/>
          </a:prstGeom>
          <a:solidFill>
            <a:srgbClr val="C4456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SCOPE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874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JS foundations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Brew — frontend website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0" y="3291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886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ExamPortal — full-stack group project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ORGANIZATIONAL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Edify Institute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training organisation that partners with colleges to provide structured, skill-focused internship programmes. Mission: bridge the gap between academic education and modern technology industry demands.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Training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technical training across computer science disciplines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Mindset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of continuous learning among interns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96596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through structured group projects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Building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demonstrable projects for future employers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32004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from professionals with industry experience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2004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— students build working software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ORGANIZATIONAL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057400" cy="109728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280160"/>
            <a:ext cx="2057400" cy="109728"/>
          </a:xfrm>
          <a:prstGeom prst="rect">
            <a:avLst/>
          </a:prstGeom>
          <a:solidFill>
            <a:srgbClr val="C44569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88920" y="2057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Project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8892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Brew Cafe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80160"/>
            <a:ext cx="2057400" cy="109728"/>
          </a:xfrm>
          <a:prstGeom prst="rect">
            <a:avLst/>
          </a:prstGeom>
          <a:solidFill>
            <a:srgbClr val="D45A7A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2057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Integration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28016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280160"/>
            <a:ext cx="2057400" cy="109728"/>
          </a:xfrm>
          <a:prstGeom prst="rect">
            <a:avLst/>
          </a:prstGeom>
          <a:solidFill>
            <a:srgbClr val="2C1810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1600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2057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Capstone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ExamPortal · Flask · MySQL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Goals — Every intern can: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389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 complete website independently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4389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 frontend–backend interaction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6451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Deliver a shared product in a team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46451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Present projects confidently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WORK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 — Foundations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Semantic elements (header, nav, section)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Forms, tables, lists &amp; hyperlinks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Multimedia embedding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 structure &amp; browser parsing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2344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4173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Selectors, Box Model, variables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Flexbox &amp; CSS Grid layouts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Responsive design &amp; media queries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Transitions &amp; keyframe animations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4173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Variables, functions &amp; control flow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 selection &amp; manipulation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Event handling &amp; form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Fetch API &amp; Promises intro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WORK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Midnight Brew Cafe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Frontend-only website for a fictional cafe — fully responsive, visually polished, with booking &amp; job application forms.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 Frontend-Only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60020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880360" y="1691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 HTML5 · CSS3 · 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60020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6916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Week:  Week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top bar with CTA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331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204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148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Full-width coffee imagery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3317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history layout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2344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image grid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3832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204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1148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+ info cards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33832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9951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9516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 form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WORK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 — Google Sheets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Midnight Brew forms to Google Sheets as a serverless database — no traditional backend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43000" y="1645920"/>
            <a:ext cx="502920" cy="502920"/>
          </a:xfrm>
          <a:prstGeom prst="ellipse">
            <a:avLst/>
          </a:prstGeom>
          <a:solidFill>
            <a:srgbClr val="E85A7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19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1874520"/>
            <a:ext cx="1371600" cy="27432"/>
          </a:xfrm>
          <a:prstGeom prst="rect">
            <a:avLst/>
          </a:prstGeom>
          <a:solidFill>
            <a:srgbClr val="E8D5D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job app, or contact form on the website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502920" cy="502920"/>
          </a:xfrm>
          <a:prstGeom prst="ellipse">
            <a:avLst/>
          </a:prstGeom>
          <a:solidFill>
            <a:srgbClr val="E85A7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719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1874520"/>
            <a:ext cx="1371600" cy="27432"/>
          </a:xfrm>
          <a:prstGeom prst="rect">
            <a:avLst/>
          </a:prstGeom>
          <a:solidFill>
            <a:srgbClr val="E8D5D0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Collects 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gathers fields and sends POST via fetch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1645920"/>
            <a:ext cx="502920" cy="502920"/>
          </a:xfrm>
          <a:prstGeom prst="ellipse">
            <a:avLst/>
          </a:prstGeom>
          <a:solidFill>
            <a:srgbClr val="E85A7A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719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1874520"/>
            <a:ext cx="1371600" cy="27432"/>
          </a:xfrm>
          <a:prstGeom prst="rect">
            <a:avLst/>
          </a:prstGeom>
          <a:solidFill>
            <a:srgbClr val="E8D5D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Google Apps Script receives the request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1645920"/>
            <a:ext cx="502920" cy="502920"/>
          </a:xfrm>
          <a:prstGeom prst="ellipse">
            <a:avLst/>
          </a:prstGeom>
          <a:solidFill>
            <a:srgbClr val="E85A7A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17190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Updated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6974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written row-by-row into the corresponding sheet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886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date, time, table preference → Reservations sheet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37947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3886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Application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47472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reason → Hiring sheet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7947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886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message → Messages sheet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CAPSTONE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ExamPortal — Full-Stack Capstone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examination management system built collaboratively by a team of 3 interns. Teachers create &amp; manage MCQ exams; students take them online with auto-recorded results.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445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44569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4456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· Student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3720" y="17373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44569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8600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JavaScript · Jinja2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20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· Session management · REST APIs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FCE8E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23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8600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PyMySQL · Schema design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CAPSTONE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91440" cy="548640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templates · CSS · JS (timer, navigation)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48840"/>
            <a:ext cx="91440" cy="548640"/>
          </a:xfrm>
          <a:prstGeom prst="rect">
            <a:avLst/>
          </a:prstGeom>
          <a:solidFill>
            <a:srgbClr val="C4456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 · sessions · business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88920"/>
            <a:ext cx="91440" cy="548640"/>
          </a:xfrm>
          <a:prstGeom prst="rect">
            <a:avLst/>
          </a:prstGeom>
          <a:solidFill>
            <a:srgbClr val="D45A7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tables · PyMySQL queries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554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role, email…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947672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F7E4E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1993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19933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title, teacher_id, duration…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386584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4323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4323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exam_id, options, correct…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825496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F7E4E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8712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2871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score, 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264408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310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3101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student_id, exam_id…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703320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F7E4E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submission_id, selected…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CAPSTONE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Roles &amp;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502920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Register &amp; log in with teacher account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221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 exams (title, description, duration)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694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MCQ questions (4 options + correct)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16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list of all created exams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64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student results &amp; percentages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Edit or delete exams and questions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959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with stats &amp; analytics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88720"/>
            <a:ext cx="4023360" cy="502920"/>
          </a:xfrm>
          <a:prstGeom prst="rect">
            <a:avLst/>
          </a:prstGeom>
          <a:solidFill>
            <a:srgbClr val="C44569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Register &amp; log in with student account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221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View list of available exams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6946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Timed exam interface with countdown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916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Navigate &amp; review answers before submit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644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Auto-submit when time expires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Immediate results (score &amp; percentage)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959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History of all attempted exams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LEARNING 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&amp; Competencies Gained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91440" cy="1371600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Mastery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semantic structure, responsive CSS3 layouts, vanilla JS interactivity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234440"/>
            <a:ext cx="91440" cy="1371600"/>
          </a:xfrm>
          <a:prstGeom prst="rect">
            <a:avLst/>
          </a:prstGeom>
          <a:solidFill>
            <a:srgbClr val="C44569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463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API, fetch/POST, serverless data collection patterns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234440"/>
            <a:ext cx="91440" cy="1371600"/>
          </a:xfrm>
          <a:prstGeom prst="rect">
            <a:avLst/>
          </a:prstGeom>
          <a:solidFill>
            <a:srgbClr val="D45A7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63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routes, session management, RESTful endpoint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88920"/>
            <a:ext cx="91440" cy="1371600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schema design, relational modelling, query writing with PyMySQL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7889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788920"/>
            <a:ext cx="91440" cy="1371600"/>
          </a:xfrm>
          <a:prstGeom prst="rect">
            <a:avLst/>
          </a:prstGeom>
          <a:solidFill>
            <a:srgbClr val="C44569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616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division, collaborative debugging, group software delivery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7889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788920"/>
            <a:ext cx="91440" cy="1371600"/>
          </a:xfrm>
          <a:prstGeom prst="rect">
            <a:avLst/>
          </a:prstGeom>
          <a:solidFill>
            <a:srgbClr val="D45A7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Practices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organisation, documentation, environment setup, version control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  ·  6th Semester Internship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8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Foundations to Full-Stack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B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successfully bridged academic theory with industry practice. Three projects of increasing complexity delivered tangible skills in frontend design, API integration, and full-stack development — culminating in a collaborative ExamPortal system ready for demonstration.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29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building portfolio projects · Explore advanced frameworks · Contribute to open-source · Pursue deeper backend &amp; DevOps skills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3886200" y="2468880"/>
            <a:ext cx="1371600" cy="45720"/>
          </a:xfrm>
          <a:prstGeom prst="rect">
            <a:avLst/>
          </a:prstGeom>
          <a:solidFill>
            <a:srgbClr val="E85A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Baldwin Women's Methodist College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Semester Internship  ·  Edify Institute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Internship Report — Edify Institute</dc:title>
  <dc:subject>6th Semester Internship Report</dc:subject>
  <dc:creator>Baldwin Women's Methodist College</dc:creator>
  <cp:lastModifiedBy>Baldwin Women's Methodist College</cp:lastModifiedBy>
  <cp:revision>1</cp:revision>
  <dcterms:created xsi:type="dcterms:W3CDTF">2026-07-28T19:34:43Z</dcterms:created>
  <dcterms:modified xsi:type="dcterms:W3CDTF">2026-07-28T19:34:43Z</dcterms:modified>
</cp:coreProperties>
</file>